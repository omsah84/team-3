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DIREDDY ATCHUTH" userId="0c0355c67360d685" providerId="LiveId" clId="{1BCF27F5-C3DA-4E6C-9C51-0AB79C8FAF13}"/>
    <pc:docChg chg="modSld">
      <pc:chgData name="BUDIREDDY ATCHUTH" userId="0c0355c67360d685" providerId="LiveId" clId="{1BCF27F5-C3DA-4E6C-9C51-0AB79C8FAF13}" dt="2025-02-24T03:23:01.130" v="1" actId="14100"/>
      <pc:docMkLst>
        <pc:docMk/>
      </pc:docMkLst>
      <pc:sldChg chg="modSp mod">
        <pc:chgData name="BUDIREDDY ATCHUTH" userId="0c0355c67360d685" providerId="LiveId" clId="{1BCF27F5-C3DA-4E6C-9C51-0AB79C8FAF13}" dt="2025-02-24T03:23:01.130" v="1" actId="14100"/>
        <pc:sldMkLst>
          <pc:docMk/>
          <pc:sldMk cId="2669412337" sldId="270"/>
        </pc:sldMkLst>
        <pc:spChg chg="mod">
          <ac:chgData name="BUDIREDDY ATCHUTH" userId="0c0355c67360d685" providerId="LiveId" clId="{1BCF27F5-C3DA-4E6C-9C51-0AB79C8FAF13}" dt="2025-02-24T03:23:01.130" v="1" actId="14100"/>
          <ac:spMkLst>
            <pc:docMk/>
            <pc:sldMk cId="2669412337" sldId="270"/>
            <ac:spMk id="3" creationId="{979A1797-8BE1-CE57-4F55-AFDC9556F7F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CA4E1-21D4-2774-0097-01F67F7CA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5592" y="697694"/>
            <a:ext cx="7691941" cy="1969305"/>
          </a:xfrm>
        </p:spPr>
        <p:txBody>
          <a:bodyPr>
            <a:normAutofit fontScale="90000"/>
          </a:bodyPr>
          <a:lstStyle/>
          <a:p>
            <a:b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 VENKATESWARA COLLEGE OF ENGINEERING AND TECHNOLOGY(AUTONOMOUS)      </a:t>
            </a:r>
            <a:b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R.V. S. NAGAR , CHITTOOR, ANDHRA PRADESH</a:t>
            </a:r>
            <a:br>
              <a:rPr lang="en-IN" sz="4800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BC85F-24D4-A198-A49C-027E2E36C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870" y="2873829"/>
            <a:ext cx="11280710" cy="3704253"/>
          </a:xfrm>
        </p:spPr>
        <p:txBody>
          <a:bodyPr>
            <a:normAutofit/>
          </a:bodyPr>
          <a:lstStyle/>
          <a:p>
            <a:pPr lvl="1" algn="l">
              <a:lnSpc>
                <a:spcPct val="100000"/>
              </a:lnSpc>
            </a:pPr>
            <a:r>
              <a:rPr lang="en-US" b="1" dirty="0">
                <a:effectLst/>
              </a:rPr>
              <a:t>UNDER THE GUIDENCE OF</a:t>
            </a:r>
          </a:p>
          <a:p>
            <a:pPr lvl="1" algn="l">
              <a:lnSpc>
                <a:spcPct val="100000"/>
              </a:lnSpc>
            </a:pPr>
            <a:r>
              <a:rPr lang="en-US" sz="3200" b="1" dirty="0">
                <a:effectLst/>
              </a:rPr>
              <a:t>MR P NANDAKUMAR</a:t>
            </a:r>
          </a:p>
          <a:p>
            <a:pPr lvl="1" algn="l">
              <a:lnSpc>
                <a:spcPct val="100000"/>
              </a:lnSpc>
            </a:pPr>
            <a:r>
              <a:rPr lang="en-US" b="1" dirty="0">
                <a:effectLst/>
              </a:rPr>
              <a:t>DEPARTTMENT OF IT																            Batch-03 </a:t>
            </a:r>
          </a:p>
          <a:p>
            <a:pPr lvl="1" algn="l">
              <a:lnSpc>
                <a:spcPct val="100000"/>
              </a:lnSpc>
            </a:pPr>
            <a:r>
              <a:rPr lang="en-US" b="1" dirty="0">
                <a:effectLst/>
              </a:rPr>
              <a:t>							    P SAMAGNA (21781A1232)</a:t>
            </a:r>
          </a:p>
          <a:p>
            <a:pPr lvl="1" algn="l">
              <a:lnSpc>
                <a:spcPct val="100000"/>
              </a:lnSpc>
            </a:pPr>
            <a:r>
              <a:rPr lang="en-US" b="1" dirty="0">
                <a:effectLst/>
              </a:rPr>
              <a:t>							    Ch MANJULA (21781A1210)</a:t>
            </a:r>
          </a:p>
          <a:p>
            <a:pPr lvl="1" algn="l">
              <a:lnSpc>
                <a:spcPct val="100000"/>
              </a:lnSpc>
            </a:pPr>
            <a:r>
              <a:rPr lang="en-US" b="1" dirty="0">
                <a:effectLst/>
              </a:rPr>
              <a:t>							    B SAI KIRAN (22785A1202)</a:t>
            </a:r>
          </a:p>
          <a:p>
            <a:pPr lvl="1" algn="l">
              <a:lnSpc>
                <a:spcPct val="100000"/>
              </a:lnSpc>
            </a:pPr>
            <a:r>
              <a:rPr lang="en-US" b="1" dirty="0">
                <a:effectLst/>
              </a:rPr>
              <a:t>							    P AKHIL (21781A1233)</a:t>
            </a:r>
          </a:p>
          <a:p>
            <a:pPr lvl="1" algn="l">
              <a:lnSpc>
                <a:spcPct val="100000"/>
              </a:lnSpc>
            </a:pPr>
            <a:r>
              <a:rPr lang="en-US" b="1" dirty="0">
                <a:effectLst/>
              </a:rPr>
              <a:t>							    J BHANU SRIKRISHNA(21781A1216)</a:t>
            </a:r>
          </a:p>
        </p:txBody>
      </p:sp>
      <p:pic>
        <p:nvPicPr>
          <p:cNvPr id="4" name="Picture 2" descr="DMS SVCET">
            <a:extLst>
              <a:ext uri="{FF2B5EF4-FFF2-40B4-BE49-F238E27FC236}">
                <a16:creationId xmlns:a16="http://schemas.microsoft.com/office/drawing/2014/main" id="{DEBDCEBB-8706-0691-8CC9-6A1C98BBF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47" y="533400"/>
            <a:ext cx="2396412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7934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01B53E-7CD8-BBE6-6E94-F38172901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54563"/>
            <a:ext cx="10353761" cy="839755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E6DD2-8669-4C31-995E-1226520C3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194319"/>
            <a:ext cx="10353762" cy="5169160"/>
          </a:xfrm>
        </p:spPr>
        <p:txBody>
          <a:bodyPr>
            <a:normAutofit fontScale="85000" lnSpcReduction="20000"/>
          </a:bodyPr>
          <a:lstStyle/>
          <a:p>
            <a:pPr marL="571500" indent="-571500">
              <a:buAutoNum type="romanU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71500" indent="-571500">
              <a:buAutoNum type="romanU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571500" indent="-571500">
              <a:buAutoNum type="romanU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  <a:p>
            <a:pPr marL="571500" indent="-571500">
              <a:buAutoNum type="romanU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  <a:p>
            <a:pPr marL="571500" indent="-571500">
              <a:buAutoNum type="romanU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AND PROBLEMS</a:t>
            </a:r>
          </a:p>
          <a:p>
            <a:pPr marL="571500" indent="-571500">
              <a:buAutoNum type="romanU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 OF EXISTING SYSTEM</a:t>
            </a:r>
          </a:p>
          <a:p>
            <a:pPr marL="571500" indent="-571500">
              <a:buAutoNum type="romanU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571500" indent="-571500">
              <a:buAutoNum type="romanU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MERITS</a:t>
            </a:r>
          </a:p>
          <a:p>
            <a:pPr marL="571500" indent="-571500">
              <a:buAutoNum type="romanU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571500" indent="-571500">
              <a:buAutoNum type="romanU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CHART</a:t>
            </a:r>
          </a:p>
          <a:p>
            <a:pPr marL="571500" indent="-571500">
              <a:buAutoNum type="romanU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GOALS</a:t>
            </a:r>
          </a:p>
          <a:p>
            <a:pPr marL="571500" indent="-571500">
              <a:buAutoNum type="romanU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571500" indent="-571500">
              <a:buAutoNum type="romanU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THANKYOU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00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133C9-9BD1-924C-06C5-5C8B13265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013927"/>
          </a:xfrm>
        </p:spPr>
        <p:txBody>
          <a:bodyPr>
            <a:normAutofit/>
          </a:bodyPr>
          <a:lstStyle/>
          <a:p>
            <a:r>
              <a:rPr lang="en-IN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Health Risk Prediction System</a:t>
            </a:r>
            <a:r>
              <a:rPr lang="en-IN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FOR EARLY DISEASE DETECTION AND PREVENTION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7D43A-47C8-7AAA-CE49-8F7896E45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318" y="1922106"/>
            <a:ext cx="10521108" cy="4544008"/>
          </a:xfrm>
        </p:spPr>
        <p:txBody>
          <a:bodyPr>
            <a:normAutofit lnSpcReduction="10000"/>
          </a:bodyPr>
          <a:lstStyle/>
          <a:p>
            <a:pPr marL="0" marR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   </a:t>
            </a:r>
            <a:r>
              <a:rPr lang="en-IN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Justification of the Project Title: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800"/>
              </a:spcAf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The rising prevalence of chronic diseases such as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diabetes, heart disease, and cancer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highlights the need for early detection and prevention. Traditional medical diagnosis is often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time-consuming and reactive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, meaning diseases are detected only after symptoms appear.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800"/>
              </a:spcAf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This project justifies its title by using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machine learning to predict health risks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early, allowing for timely intervention and reducing the severity of diseases. The system provides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data-driven health assessments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based on patient information, making disease prevention more effective.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535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4FF9B-00F0-460F-27C6-54D9024AA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181878"/>
          </a:xfrm>
        </p:spPr>
        <p:txBody>
          <a:bodyPr/>
          <a:lstStyle/>
          <a:p>
            <a:r>
              <a:rPr lang="en-IN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Abstract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45F5A-5D9B-1BB6-4D3D-6206BC7F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110" y="1791478"/>
            <a:ext cx="10502447" cy="4320073"/>
          </a:xfrm>
        </p:spPr>
        <p:txBody>
          <a:bodyPr>
            <a:norm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Healthcare systems often fail to detect diseases in their early stages, leading to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severe complications and high treatment costs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. This project proposes a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Health Risk Prediction System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that leverages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machine learning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to </a:t>
            </a:r>
            <a:r>
              <a:rPr lang="en-IN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analyze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patient data and predict disease risks before symptoms appear.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800"/>
              </a:spcAf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The system will use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supervised learning models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trained on medical datasets to assess the likelihood of diseases. It will provide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real-time predictions and personalized health recommendations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, helping users take preventive measures early. This solution aims to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reduce healthcare costs, improve disease management, and enhance patient well-being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351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DEBB6-D35A-CEF8-B90F-7DB490347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774441"/>
            <a:ext cx="10353761" cy="1054360"/>
          </a:xfrm>
        </p:spPr>
        <p:txBody>
          <a:bodyPr/>
          <a:lstStyle/>
          <a:p>
            <a:r>
              <a:rPr lang="en-IN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Objectives OF THE PROJECT: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2679B-C9E6-84AA-5924-AFF2C2A11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230016"/>
            <a:ext cx="10353762" cy="3561184"/>
          </a:xfrm>
        </p:spPr>
        <p:txBody>
          <a:bodyPr>
            <a:normAutofit fontScale="92500" lnSpcReduction="20000"/>
          </a:bodyPr>
          <a:lstStyle/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Develop a </a:t>
            </a:r>
            <a:r>
              <a:rPr lang="en-IN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predictive system</a:t>
            </a:r>
            <a:r>
              <a:rPr lang="en-IN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to assess an individual’s risk of developing diseases.</a:t>
            </a:r>
            <a:endParaRPr lang="en-US" sz="2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Use </a:t>
            </a:r>
            <a:r>
              <a:rPr lang="en-IN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machine learning models</a:t>
            </a:r>
            <a:r>
              <a:rPr lang="en-IN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to </a:t>
            </a:r>
            <a:r>
              <a:rPr lang="en-IN" sz="2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analyze</a:t>
            </a:r>
            <a:r>
              <a:rPr lang="en-IN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patient health data and detect potential health risks.</a:t>
            </a:r>
            <a:endParaRPr lang="en-US" sz="2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Provide </a:t>
            </a:r>
            <a:r>
              <a:rPr lang="en-IN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early warnings</a:t>
            </a:r>
            <a:r>
              <a:rPr lang="en-IN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and </a:t>
            </a:r>
            <a:r>
              <a:rPr lang="en-IN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preventive recommendations</a:t>
            </a:r>
            <a:r>
              <a:rPr lang="en-IN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for at-risk individuals.</a:t>
            </a:r>
            <a:endParaRPr lang="en-US" sz="2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Enable </a:t>
            </a:r>
            <a:r>
              <a:rPr lang="en-IN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real-time health monitoring</a:t>
            </a:r>
            <a:r>
              <a:rPr lang="en-IN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with an easy-to-use web interface.</a:t>
            </a:r>
            <a:endParaRPr lang="en-US" sz="2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112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EFD60-2532-FC2F-142E-449F360A0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209869"/>
          </a:xfrm>
        </p:spPr>
        <p:txBody>
          <a:bodyPr>
            <a:normAutofit/>
          </a:bodyPr>
          <a:lstStyle/>
          <a:p>
            <a:r>
              <a:rPr lang="en-IN" sz="4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Scope OF THE PROJECT: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9A655-0258-E840-9B2B-C6AE78154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136710"/>
            <a:ext cx="10353762" cy="3654490"/>
          </a:xfrm>
        </p:spPr>
        <p:txBody>
          <a:bodyPr>
            <a:normAutofit lnSpcReduction="10000"/>
          </a:bodyPr>
          <a:lstStyle/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The system will predict risks for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common chronic diseases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such as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heart disease, diabetes, and hypertension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It will process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medical history, lifestyle factors, and vital signs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to generate risk scores.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The project will use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Flask for backend, React.js for frontend, and a machine learning model for prediction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The system will be accessible to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patients, doctors, and healthcare providers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942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82001-C43E-7738-849D-CB4E14179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873967"/>
          </a:xfrm>
        </p:spPr>
        <p:txBody>
          <a:bodyPr/>
          <a:lstStyle/>
          <a:p>
            <a:r>
              <a:rPr lang="en-IN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Existing System &amp; PROBLEMS: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9C303-EEDF-4E97-ACF6-5A40C008E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660849"/>
            <a:ext cx="10353762" cy="4889241"/>
          </a:xfrm>
        </p:spPr>
        <p:txBody>
          <a:bodyPr>
            <a:normAutofit fontScale="32500" lnSpcReduction="20000"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</a:pPr>
            <a:r>
              <a:rPr lang="en-IN" sz="6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Currently, health risk prediction relies on:</a:t>
            </a:r>
            <a:endParaRPr lang="en-US" sz="6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6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Manual Diagnosis &amp; Doctor Evaluations</a:t>
            </a:r>
            <a:endParaRPr lang="en-US" sz="6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6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Based on </a:t>
            </a:r>
            <a:r>
              <a:rPr lang="en-IN" sz="6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symptoms and medical tests</a:t>
            </a:r>
            <a:r>
              <a:rPr lang="en-IN" sz="6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6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6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Limitation:</a:t>
            </a:r>
            <a:r>
              <a:rPr lang="en-IN" sz="6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Delayed diagnosis, requires expert consultation.</a:t>
            </a:r>
            <a:endParaRPr lang="en-US" sz="6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6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Rule-Based Risk Calculators</a:t>
            </a:r>
            <a:endParaRPr lang="en-US" sz="6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6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Uses fixed formulas (e.g., BMI calculators, heart disease risk scores).</a:t>
            </a:r>
            <a:endParaRPr lang="en-US" sz="6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6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Limitation:</a:t>
            </a:r>
            <a:r>
              <a:rPr lang="en-IN" sz="6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Cannot adapt to </a:t>
            </a:r>
            <a:r>
              <a:rPr lang="en-IN" sz="6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individual patient variations</a:t>
            </a:r>
            <a:r>
              <a:rPr lang="en-IN" sz="6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6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6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Wearable Health Trackers (Fitbit, Apple Health)</a:t>
            </a:r>
            <a:endParaRPr lang="en-US" sz="6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6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Collects real-time data like heart rate and activity levels.</a:t>
            </a:r>
            <a:endParaRPr lang="en-US" sz="6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6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Limitation:</a:t>
            </a:r>
            <a:r>
              <a:rPr lang="en-IN" sz="6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6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predictive analytics</a:t>
            </a:r>
            <a:r>
              <a:rPr lang="en-IN" sz="6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early disease detection.</a:t>
            </a:r>
            <a:endParaRPr lang="en-US" sz="6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752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E2498-6EE6-D730-DB36-8A09812C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Drawbacks: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C9F3E-2E69-2E7E-33C5-9FAE930A5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935921"/>
            <a:ext cx="10577165" cy="4312479"/>
          </a:xfrm>
        </p:spPr>
        <p:txBody>
          <a:bodyPr>
            <a:normAutofit/>
          </a:bodyPr>
          <a:lstStyle/>
          <a:p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The existing system is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reactive</a:t>
            </a:r>
          </a:p>
          <a:p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Lacks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AI-driven insights</a:t>
            </a:r>
          </a:p>
          <a:p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Does not offer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personalized risk assessments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.</a:t>
            </a:r>
          </a:p>
          <a:p>
            <a:r>
              <a:rPr lang="en-US" sz="2400" dirty="0"/>
              <a:t>Integration with </a:t>
            </a:r>
            <a:r>
              <a:rPr lang="en-US" sz="2400" b="1" dirty="0"/>
              <a:t>Existing Healthcare Systems.</a:t>
            </a:r>
          </a:p>
          <a:p>
            <a:r>
              <a:rPr lang="en-US" sz="2400" b="1" dirty="0"/>
              <a:t>Bias and Inequality in Data </a:t>
            </a:r>
            <a:r>
              <a:rPr lang="en-US" sz="2400" dirty="0"/>
              <a:t>may produce inaccurate or unfair risk predictions</a:t>
            </a:r>
            <a:endParaRPr lang="en-US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r>
              <a:rPr lang="en-US" sz="2400" b="1" dirty="0"/>
              <a:t>Reliability of Predictions </a:t>
            </a:r>
            <a:r>
              <a:rPr lang="en-US" sz="2400" dirty="0"/>
              <a:t>in the case of rare or complex diseases.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06207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55B44-F8B5-AEA5-C75A-D09669948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79919"/>
            <a:ext cx="10353761" cy="634481"/>
          </a:xfrm>
        </p:spPr>
        <p:txBody>
          <a:bodyPr>
            <a:normAutofit/>
          </a:bodyPr>
          <a:lstStyle/>
          <a:p>
            <a:r>
              <a:rPr lang="en-IN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Proposed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CDA42-08C8-1FC6-74E7-1AD5BB1BF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063691"/>
            <a:ext cx="10353762" cy="5430416"/>
          </a:xfrm>
        </p:spPr>
        <p:txBody>
          <a:bodyPr>
            <a:normAutofit fontScale="92500" lnSpcReduction="10000"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The proposed system 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overcomes the limitations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of the existing methods by using 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machine learning for predictive healthcare analysis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Key Features: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Machine Learning-Based Risk Prediction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Analyzes</a:t>
            </a: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patient data (age, BP, cholesterol, BMI, lifestyle habits) to predict disease risk.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Uses models like </a:t>
            </a:r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Decision Trees, Random Forest, and Neural Networks</a:t>
            </a: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Personalized Health Insights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Provides </a:t>
            </a:r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early warning notifications</a:t>
            </a: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customized health recommendations</a:t>
            </a: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Real-Time Health Monitoring Dashboard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Users can view their </a:t>
            </a:r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health trends and risk factors</a:t>
            </a: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through an </a:t>
            </a:r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interactive React.js UI</a:t>
            </a: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Data Security &amp; Privacy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Uses </a:t>
            </a:r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Flask for backend processing</a:t>
            </a: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with </a:t>
            </a:r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secure authentication</a:t>
            </a: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patient data.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440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2557D-F6E1-E548-D6CD-A66960138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Advantages: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16989-FD94-8ED2-AAA5-A2A7DFE56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 algn="just">
              <a:lnSpc>
                <a:spcPct val="115000"/>
              </a:lnSpc>
              <a:spcAft>
                <a:spcPts val="800"/>
              </a:spcAft>
              <a:buNone/>
            </a:pP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</a:b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1. Early detection of diseases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before symptoms appear.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0" marR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2. Reduces healthcare costs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by enabling preventive care.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0" marR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3. User-friendly dashboard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for patients and doctors.</a:t>
            </a:r>
          </a:p>
          <a:p>
            <a:pPr marL="0" marR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4. </a:t>
            </a:r>
            <a:r>
              <a:rPr lang="en-US" sz="2400" b="1" dirty="0"/>
              <a:t>Better Patient Outcomes </a:t>
            </a:r>
            <a:r>
              <a:rPr lang="en-US" sz="2400" dirty="0"/>
              <a:t>and a better quality of life.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228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58E4E-D919-1EE3-8FC2-B9B1ED4F8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237861"/>
          </a:xfrm>
        </p:spPr>
        <p:txBody>
          <a:bodyPr>
            <a:normAutofit/>
          </a:bodyPr>
          <a:lstStyle/>
          <a:p>
            <a:r>
              <a:rPr lang="en-IN" sz="4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Software Requirements: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28244-DCAE-1804-A3EF-C6CDB9ABA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192694"/>
            <a:ext cx="10353762" cy="405570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Frontend: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React.js (for an interactive web dashboard).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Backend: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Flask (to handle API requests and database interactions).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Machine Learning: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Scikit-learn, TensorFlow, Pandas, NumPy.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Database: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MongoDB or PostgreSQL (to store patient data).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Deployment: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AWS / Google Cloud / Heroku.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733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E86A5-E7B4-011C-53C3-1EC61DA6B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Hardware Requirements: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C5FBA-AFAD-60AB-34D4-9402A7B2A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440" y="2096064"/>
            <a:ext cx="10748865" cy="4276744"/>
          </a:xfrm>
        </p:spPr>
        <p:txBody>
          <a:bodyPr/>
          <a:lstStyle/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Processor: </a:t>
            </a:r>
            <a:r>
              <a:rPr lang="en-IN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Intel i5/i7 or higher</a:t>
            </a:r>
            <a:r>
              <a:rPr lang="en-IN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.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RAM: </a:t>
            </a:r>
            <a:r>
              <a:rPr lang="en-IN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8GB minimum (16GB recommended for deep learning models)</a:t>
            </a:r>
            <a:r>
              <a:rPr lang="en-IN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.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Storage: </a:t>
            </a:r>
            <a:r>
              <a:rPr lang="en-IN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500GB HDD or SSD</a:t>
            </a:r>
            <a:r>
              <a:rPr lang="en-IN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.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GPU: </a:t>
            </a:r>
            <a:r>
              <a:rPr lang="en-IN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NVIDIA GTX 1080 or higher(for deep learning models, optional).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737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AB313-7043-745C-C645-F6967CB15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91886"/>
            <a:ext cx="10353761" cy="755778"/>
          </a:xfrm>
        </p:spPr>
        <p:txBody>
          <a:bodyPr/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CHART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AB2628-10AB-25CB-13A8-8073EE40F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24947"/>
            <a:ext cx="10353762" cy="4466253"/>
          </a:xfrm>
        </p:spPr>
        <p:txBody>
          <a:bodyPr>
            <a:noAutofit/>
          </a:bodyPr>
          <a:lstStyle/>
          <a:p>
            <a:r>
              <a:rPr lang="en-US" sz="2400" dirty="0"/>
              <a:t>We have to built the frontend with HTML, CSS and JavaScript, structured the project with React.js, set up a Flask backend with API and MongoDB, and implement user authentication and also we have to develop health risk prediction models using Decision Trees and Random Forest.</a:t>
            </a:r>
          </a:p>
          <a:p>
            <a:r>
              <a:rPr lang="en-US" sz="2400" dirty="0"/>
              <a:t>Next, we’ll test and fine-tune the models, implement deep learning with LSTM and CNN, build the React Frontend for interactive dashboards and connect everything for real-time data display. After final testing, debugging and performance improvements, deploy the system on servers and prepare it for the final project report. </a:t>
            </a:r>
          </a:p>
        </p:txBody>
      </p:sp>
    </p:spTree>
    <p:extLst>
      <p:ext uri="{BB962C8B-B14F-4D97-AF65-F5344CB8AC3E}">
        <p14:creationId xmlns:p14="http://schemas.microsoft.com/office/powerpoint/2010/main" val="2962813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6F398-F471-19CC-9F90-826D4C8C2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50521"/>
            <a:ext cx="10353761" cy="701039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GOALS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A1797-8BE1-CE57-4F55-AFDC9556F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140542"/>
            <a:ext cx="10353762" cy="4994787"/>
          </a:xfrm>
        </p:spPr>
        <p:txBody>
          <a:bodyPr>
            <a:noAutofit/>
          </a:bodyPr>
          <a:lstStyle/>
          <a:p>
            <a:r>
              <a:rPr lang="en-US" sz="2400" b="1" dirty="0"/>
              <a:t>Integration with Personalized Health Data: </a:t>
            </a:r>
            <a:r>
              <a:rPr lang="en-US" sz="2400" dirty="0"/>
              <a:t>Develop systems that integrate diverse sources of personalized health data.</a:t>
            </a:r>
          </a:p>
          <a:p>
            <a:r>
              <a:rPr lang="en-US" sz="2400" b="1" dirty="0"/>
              <a:t>Real-Time Health Monitoring:</a:t>
            </a:r>
            <a:r>
              <a:rPr lang="en-US" sz="2400" dirty="0"/>
              <a:t> Implement real-time monitoring using IoT devices.</a:t>
            </a:r>
          </a:p>
          <a:p>
            <a:r>
              <a:rPr lang="en-US" sz="2400" b="1" dirty="0"/>
              <a:t>Predictive Analytics for Chronic Disease Management:</a:t>
            </a:r>
            <a:r>
              <a:rPr lang="en-US" sz="2400" dirty="0"/>
              <a:t> Use predictive analytics to forecast the likelihood of chronic conditions.</a:t>
            </a:r>
          </a:p>
          <a:p>
            <a:r>
              <a:rPr lang="en-US" sz="2400" b="1" dirty="0"/>
              <a:t>Enhanced Preventative Health Strategies: </a:t>
            </a:r>
            <a:r>
              <a:rPr lang="en-US" sz="2400" dirty="0"/>
              <a:t>Focus on prevention by identifying risk factors early and offering tailored preventative health strategies .</a:t>
            </a:r>
          </a:p>
          <a:p>
            <a:r>
              <a:rPr lang="en-US" sz="2400" b="1" dirty="0"/>
              <a:t>Cross-Disease Prediction Models: </a:t>
            </a:r>
            <a:r>
              <a:rPr lang="en-US" sz="2400" dirty="0"/>
              <a:t>Create cross-disease models that predict the likelihood of multiple diseases occurring together</a:t>
            </a:r>
          </a:p>
        </p:txBody>
      </p:sp>
    </p:spTree>
    <p:extLst>
      <p:ext uri="{BB962C8B-B14F-4D97-AF65-F5344CB8AC3E}">
        <p14:creationId xmlns:p14="http://schemas.microsoft.com/office/powerpoint/2010/main" val="2669412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E223-41B8-F302-7810-D0029E881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079241"/>
          </a:xfrm>
        </p:spPr>
        <p:txBody>
          <a:bodyPr/>
          <a:lstStyle/>
          <a:p>
            <a:r>
              <a:rPr lang="en-IN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3405A-EC36-F1CA-94EB-8EC99E166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388712"/>
          </a:xfrm>
        </p:spPr>
        <p:txBody>
          <a:bodyPr/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The </a:t>
            </a: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Health Risk Prediction System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is a significant step toward </a:t>
            </a: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preventive healthcare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, offering </a:t>
            </a: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real-time risk assessment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and </a:t>
            </a: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early disease detection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. Unlike traditional diagnosis, this system: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Uses </a:t>
            </a: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machine learning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to provide </a:t>
            </a: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accurate health risk predictions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.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Helps individuals take </a:t>
            </a: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preventive actions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before diseases develop.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Enhances </a:t>
            </a:r>
            <a:r>
              <a:rPr lang="en-IN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medical decision-making</a:t>
            </a:r>
            <a:r>
              <a:rPr lang="en-IN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B0502040204020203" pitchFamily="18" charset="0"/>
              </a:rPr>
              <a:t> for doctors.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B0502040204020203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705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74045C3-88C3-228A-D55F-00BD205E6A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645"/>
            <a:ext cx="12191999" cy="6783355"/>
          </a:xfrm>
        </p:spPr>
      </p:pic>
    </p:spTree>
    <p:extLst>
      <p:ext uri="{BB962C8B-B14F-4D97-AF65-F5344CB8AC3E}">
        <p14:creationId xmlns:p14="http://schemas.microsoft.com/office/powerpoint/2010/main" val="34941403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108</TotalTime>
  <Words>1134</Words>
  <Application>Microsoft Office PowerPoint</Application>
  <PresentationFormat>Widescreen</PresentationFormat>
  <Paragraphs>100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Bookman Old Style</vt:lpstr>
      <vt:lpstr>Calibri</vt:lpstr>
      <vt:lpstr>Courier New</vt:lpstr>
      <vt:lpstr>Rockwell</vt:lpstr>
      <vt:lpstr>Symbol</vt:lpstr>
      <vt:lpstr>Times New Roman</vt:lpstr>
      <vt:lpstr>Damask</vt:lpstr>
      <vt:lpstr>         SRI VENKATESWARA COLLEGE OF ENGINEERING AND TECHNOLOGY(AUTONOMOUS)          R.V. S. NAGAR , CHITTOOR, ANDHRA PRADESH </vt:lpstr>
      <vt:lpstr>AGENDA</vt:lpstr>
      <vt:lpstr>Health Risk Prediction System FOR EARLY DISEASE DETECTION AND PREVENTION</vt:lpstr>
      <vt:lpstr> Abstract</vt:lpstr>
      <vt:lpstr>Objectives OF THE PROJECT:</vt:lpstr>
      <vt:lpstr>Scope OF THE PROJECT:</vt:lpstr>
      <vt:lpstr>Existing System &amp; PROBLEMS:</vt:lpstr>
      <vt:lpstr>Drawbacks:</vt:lpstr>
      <vt:lpstr>Proposed System</vt:lpstr>
      <vt:lpstr>Advantages:</vt:lpstr>
      <vt:lpstr>Software Requirements:</vt:lpstr>
      <vt:lpstr>Hardware Requirements:</vt:lpstr>
      <vt:lpstr>PROGRESS CHART</vt:lpstr>
      <vt:lpstr>FUTURE GOALS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Annem siva krishna reddy</dc:creator>
  <cp:lastModifiedBy>BUDIREDDY ATCHUTH</cp:lastModifiedBy>
  <cp:revision>28</cp:revision>
  <dcterms:created xsi:type="dcterms:W3CDTF">2025-02-23T05:30:29Z</dcterms:created>
  <dcterms:modified xsi:type="dcterms:W3CDTF">2025-02-24T03:23:05Z</dcterms:modified>
</cp:coreProperties>
</file>